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740" autoAdjust="0"/>
  </p:normalViewPr>
  <p:slideViewPr>
    <p:cSldViewPr snapToGrid="0">
      <p:cViewPr>
        <p:scale>
          <a:sx n="75" d="100"/>
          <a:sy n="75" d="100"/>
        </p:scale>
        <p:origin x="324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7F81D-4549-13B1-8B60-33C74AC85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265F84-9347-E128-AEE9-4BD2D97D3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6DB6A2-3A00-693C-0E44-DD91EF75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87FD2F-3049-256F-420C-011B2EE2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A0DCB7-B13D-AD61-1DC0-53B26D6C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562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D30D2-B989-1473-E0B1-6DF3E6D5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4D64-D6EA-8ADC-AEB1-DBBE3314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F1FD3-6F15-6A70-A9AA-488F8F74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470C37-083E-CC83-E1CD-BB253AD2A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C032FC-9D64-F9BC-78EF-106C2246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47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4779C-6D51-C18D-8D8D-EAE6B314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3C88FB-E43C-8560-F5AD-DA166C15A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EDE7D7-6004-1534-7CDC-3BF66688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0807E0-D030-7D84-D6E2-DFF7B320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544087-6524-9D47-0501-3202101A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16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7F492-72FB-A84D-7715-99DB578F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6D79CD-818B-AA6B-F06D-320B3A88B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1D1F935-2518-7972-F215-36112A5B8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307044-1B84-1C64-7827-CA03D87B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D5E826-37E1-2164-E74A-06F2D46C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319727-4A90-A392-17BB-05CA0DC1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31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D7397-74B5-6A06-A5AA-F3905E5D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366FB9-5897-E50A-0E60-5D4259DE7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997D04C-C95F-D287-16D2-0E64A33AA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E356D04-67FE-6ACF-CCE4-B86E9FBD2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8089F35-7DC2-3ABA-8DD9-F1F428057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E345EE6-52BE-F9E4-D198-23130E1D4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2C083E7-5FBC-E080-2150-45376969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1E28A0B-53C9-717B-0E09-1F2E8C22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69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CADC5-2D33-FAF9-8EF9-9DF8DDF4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3FB480-36D6-0E2D-FF32-5F6C742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3E74D77-86A6-E6FA-8831-F6286482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C8067CF-AB57-60D1-4898-77165EE5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262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19A94BA-5A65-7FD2-0311-1B1D9C2E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46157D-F890-15AF-8B30-7F514C3F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C15B78-46C2-D900-EF64-FBF286DF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63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F22D0E-7ADC-FC95-AEA9-DD3B481C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4C64EB-EC96-7CFC-6EBD-7BC778368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C526B1-CA28-714B-F5B7-B244F58E2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0F9973-4903-0F64-9426-DF1C22DA0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6E33B4-91AA-0B67-FC37-A2C9918E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B1F4AA-8922-5785-9EE6-8323EE13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99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2A8748-B46D-3C16-6119-1579769F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1A619C2-9A4F-5662-7BC0-4E6AB7E25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926FF1-73B1-99B0-CE4B-9BE7A9163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53C9E7-E5F8-F584-4F69-90E7DA59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4544EB-EDC3-7256-1666-6A61810D9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7D8087-5156-1C69-4C31-6AE2D9D9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23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08CAC-8AD9-2662-E31F-3E6F9CA5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A5EDF6-1F6E-7156-D063-EDE44DFEC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917135-84EA-BC92-F1B3-3C90F88E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233CC5-942F-A94C-29AA-C48215B6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39285D-7B8E-081D-A087-2A417FF3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59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36BA48-F854-9D09-4916-BFBDC45A4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E91445F-9B62-6D79-45D9-255CC39B5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39B92B-7C7C-454A-D006-38E717EE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D63B37-0C2F-F505-8200-64213F52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8578EF-98E9-A2CD-345C-F8F6C185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90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55B2B5-8585-FC66-D674-4081802A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E8E141-692F-1348-4F96-7FD1CA202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53BBF4-A705-1CFA-261F-F2ACF2E73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6FC6B-44AD-4738-91D1-B888AA6A034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0459B2-7666-E492-DFE4-A9AF12D76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B4C9B3-CD73-703B-7418-CBCACB04B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53270-1321-4030-BD3C-A83B7F059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18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43B2D-7DB1-4BF7-095D-BF19C3CCA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293"/>
            <a:ext cx="9144000" cy="1146907"/>
          </a:xfrm>
        </p:spPr>
        <p:txBody>
          <a:bodyPr/>
          <a:lstStyle/>
          <a:p>
            <a:r>
              <a:rPr lang="zh-TW" altLang="en-US" dirty="0"/>
              <a:t>計算機概論學習心得報告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8440B01-7253-7968-8DEA-3CBD44086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1523" y="2607733"/>
            <a:ext cx="2708953" cy="2648164"/>
          </a:xfrm>
        </p:spPr>
        <p:txBody>
          <a:bodyPr/>
          <a:lstStyle/>
          <a:p>
            <a:pPr algn="l"/>
            <a:r>
              <a:rPr lang="zh-TW" altLang="en-US" dirty="0"/>
              <a:t>班級：四設計一甲</a:t>
            </a:r>
            <a:endParaRPr lang="en-US" altLang="zh-TW" dirty="0"/>
          </a:p>
          <a:p>
            <a:pPr algn="l"/>
            <a:r>
              <a:rPr lang="zh-TW" altLang="en-US" dirty="0"/>
              <a:t>姓名：林宥紘</a:t>
            </a:r>
            <a:endParaRPr lang="en-US" altLang="zh-TW" dirty="0"/>
          </a:p>
          <a:p>
            <a:pPr algn="l"/>
            <a:r>
              <a:rPr lang="zh-TW" altLang="en-US" dirty="0"/>
              <a:t>學號：</a:t>
            </a:r>
            <a:r>
              <a:rPr lang="en-US" altLang="zh-TW" dirty="0"/>
              <a:t>41423113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18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1F5D5-599C-DA91-7817-3CB1F5181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82E27D-54E1-50F6-A23A-9879C2DAA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663" y="795963"/>
            <a:ext cx="9144000" cy="941424"/>
          </a:xfrm>
        </p:spPr>
        <p:txBody>
          <a:bodyPr>
            <a:normAutofit/>
          </a:bodyPr>
          <a:lstStyle/>
          <a:p>
            <a:pPr algn="l"/>
            <a:r>
              <a:rPr lang="en-US" altLang="zh-TW" sz="3600" b="1" dirty="0"/>
              <a:t>git</a:t>
            </a:r>
            <a:r>
              <a:rPr lang="zh-TW" altLang="en-US" sz="3600" b="1" dirty="0"/>
              <a:t>、</a:t>
            </a:r>
            <a:r>
              <a:rPr lang="en-US" altLang="zh-TW" sz="3600" b="1" dirty="0" err="1"/>
              <a:t>Github</a:t>
            </a:r>
            <a:r>
              <a:rPr lang="zh-TW" altLang="en-US" sz="3600" b="1" dirty="0"/>
              <a:t>、</a:t>
            </a:r>
            <a:r>
              <a:rPr lang="en-US" altLang="zh-TW" sz="3600" b="1" dirty="0"/>
              <a:t>gist</a:t>
            </a:r>
            <a:r>
              <a:rPr lang="zh-TW" altLang="en-US" sz="3600" b="1" dirty="0"/>
              <a:t>、</a:t>
            </a:r>
            <a:r>
              <a:rPr lang="en-US" altLang="zh-TW" sz="3600" b="1" dirty="0" err="1"/>
              <a:t>cmsimde</a:t>
            </a:r>
            <a:r>
              <a:rPr lang="zh-TW" altLang="en-US" sz="3600" b="1" dirty="0"/>
              <a:t>說明及如何使用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0BF26C4-B518-D29A-A964-40D7CE421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1816"/>
            <a:ext cx="9144000" cy="4120221"/>
          </a:xfrm>
        </p:spPr>
        <p:txBody>
          <a:bodyPr>
            <a:noAutofit/>
          </a:bodyPr>
          <a:lstStyle/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：是一套安裝在電腦上的軟體工具，用於「版本控制」</a:t>
            </a:r>
          </a:p>
          <a:p>
            <a:pPr lvl="1" algn="l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當你在寫程式或處理文件時，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會紀錄你每一次的修改。如果今天改爛了，你可以隨時跳回昨天的版本</a:t>
            </a:r>
          </a:p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：雲端的「社交檔案庫」，是一個基於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的線上平台</a:t>
            </a:r>
          </a:p>
          <a:p>
            <a:pPr lvl="1" algn="l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你可以把本機的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紀錄上傳到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。這讓你可以在不同電腦間同步代碼，或跟全世界的人一起協作開發專案</a:t>
            </a:r>
          </a:p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Gist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GitHub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提供的子服務，專門處理「碎片段」的內容</a:t>
            </a:r>
          </a:p>
          <a:p>
            <a:pPr lvl="1" algn="l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許多著名的軟體（如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VS Code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Linux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React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）都在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GitHub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上公開原始碼。任何人都可以閱讀、學習甚至貢獻代碼</a:t>
            </a:r>
          </a:p>
          <a:p>
            <a:pPr algn="l"/>
            <a:r>
              <a:rPr lang="en-US" altLang="zh-TW" sz="20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cmsimde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：是一套基於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Flask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框架開發的網際內容管理系統</a:t>
            </a:r>
          </a:p>
          <a:p>
            <a:pPr lvl="1" algn="l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它能幫助工程系學生利用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建立自己的動態網頁、靜態網誌或簡報，用來整理設計過程與專案資料</a:t>
            </a:r>
          </a:p>
        </p:txBody>
      </p:sp>
    </p:spTree>
    <p:extLst>
      <p:ext uri="{BB962C8B-B14F-4D97-AF65-F5344CB8AC3E}">
        <p14:creationId xmlns:p14="http://schemas.microsoft.com/office/powerpoint/2010/main" val="186891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2721-10D1-D77B-3EE2-6DBBFF7E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5FE0F3-4CD5-8729-C36A-B392C3B58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996" y="711200"/>
            <a:ext cx="9144000" cy="132252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Brython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可以在瀏覽器直接執行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Python 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程式碼 的工具</a:t>
            </a:r>
            <a:b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endParaRPr lang="zh-TW" altLang="en-US" sz="3600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A664C05-CC5D-782E-E514-22F8D14E8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9350"/>
            <a:ext cx="9144000" cy="4645251"/>
          </a:xfrm>
        </p:spPr>
        <p:txBody>
          <a:bodyPr>
            <a:noAutofit/>
          </a:bodyPr>
          <a:lstStyle/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直接在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撰寫： 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你可以在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檔案中直接使用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&lt;script type="text/python"&gt;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標籤來寫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DOM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它可以像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一樣，透過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document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物件來選取網頁元素、改變樣式或綁定點擊事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件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3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語法：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包括列表推導式（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List Comprehensions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）、產生器（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Generators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）以及大部分的標準函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式庫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輕量化： 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不需要安裝任何後端環境（如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Django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Flask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），只要在網頁載入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brython.js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檔案即可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運行</a:t>
            </a:r>
          </a:p>
        </p:txBody>
      </p:sp>
    </p:spTree>
    <p:extLst>
      <p:ext uri="{BB962C8B-B14F-4D97-AF65-F5344CB8AC3E}">
        <p14:creationId xmlns:p14="http://schemas.microsoft.com/office/powerpoint/2010/main" val="171513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2F7B-0E80-7ACF-6636-AB5C5D695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1BE9F5-7C2B-56AE-D661-8B30C7B26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996" y="711200"/>
            <a:ext cx="9144000" cy="132252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模擬機器人作動目的</a:t>
            </a:r>
            <a:b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endParaRPr lang="zh-TW" altLang="en-US" sz="3600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4E3C80-41F5-500E-2D65-248B560A8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9350"/>
            <a:ext cx="9144000" cy="4645251"/>
          </a:xfrm>
        </p:spPr>
        <p:txBody>
          <a:bodyPr>
            <a:noAutofit/>
          </a:bodyPr>
          <a:lstStyle/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作動範圍 ： 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確認機器手臂的手指頭是否真的能碰到目標物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機構干涉：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檢查在特定角度下，馬達或支架會不會撞到機器人本體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避障： 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確保機器人在移動過程中不會撞到環境中的障礙物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速度與加速度： 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觀察機器人在轉彎時的動態表現，避免因慣性太大而翻倒或震動過劇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節省成本與降低風險：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如果程式邏輯錯誤（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Bug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），機器人可能會高速撞牆。在模擬器裡撞牆只需按下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Reset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在現實中撞牆則可能損失數十萬元的精密硬體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6361D21-241A-4B2F-D992-45687C744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600" y="1180359"/>
            <a:ext cx="4051194" cy="267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8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96CB-85AF-202E-624C-42929E5C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041AA4-10FB-6377-FADF-E48212F84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996" y="711200"/>
            <a:ext cx="9144000" cy="132252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模擬機器人作動</a:t>
            </a:r>
            <a:b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endParaRPr lang="zh-TW" altLang="en-US" sz="3600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C7554B-DE93-9BCA-B047-20341AECC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000" y="1789417"/>
            <a:ext cx="5486400" cy="175811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完成這項作業後我學到了「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」這個迴圈指令，以及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elif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else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等常用的指令，或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front_is_clear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wall_in_front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，和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object_here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來幫助我應對不同環境的程式需求。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9967704-B86D-4EC8-840D-4BE987E09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200" y="2094372"/>
            <a:ext cx="4098338" cy="381520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8661157-8A6B-F69A-663B-5DA823D5C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1" y="3429000"/>
            <a:ext cx="5266266" cy="243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9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C6AF-C2F4-6774-86E0-6D254D3A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90AEA1-FE08-F20B-1DFF-21FBF63BA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996" y="711200"/>
            <a:ext cx="9144000" cy="132252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  <a:b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endParaRPr lang="zh-TW" altLang="en-US" sz="3600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1FEFD8-56D5-F674-2EEE-CBA6AC1FF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0" y="1796654"/>
            <a:ext cx="8737600" cy="343451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上完計算機概論這堂課後，學到很多寫程式的基礎程式碼，還有創建自己的個人倉儲網站，最後改程式創立各自的遊戲，雖然上課時常跟不上，但會拿手機錄製後慢慢補上，曾經也想過放棄不做擺爛玩手機，不過後面想想若想繼續走工程師這個方向邁進，遲早會遇到的，所以後面幾堂課有認真地完成回家作業，盡力做出程式要求，希望有天能成為優秀的工程師。</a:t>
            </a:r>
          </a:p>
        </p:txBody>
      </p:sp>
    </p:spTree>
    <p:extLst>
      <p:ext uri="{BB962C8B-B14F-4D97-AF65-F5344CB8AC3E}">
        <p14:creationId xmlns:p14="http://schemas.microsoft.com/office/powerpoint/2010/main" val="2932543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629</Words>
  <Application>Microsoft Office PowerPoint</Application>
  <PresentationFormat>寬螢幕</PresentationFormat>
  <Paragraphs>37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Calibri Light</vt:lpstr>
      <vt:lpstr>Office 佈景主題</vt:lpstr>
      <vt:lpstr>計算機概論學習心得報告</vt:lpstr>
      <vt:lpstr>git、Github、gist、cmsimde說明及如何使用</vt:lpstr>
      <vt:lpstr>Brython：可以在瀏覽器直接執行 Python 程式碼 的工具 </vt:lpstr>
      <vt:lpstr>模擬機器人作動目的 </vt:lpstr>
      <vt:lpstr>模擬機器人作動 </vt:lpstr>
      <vt:lpstr>總結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宥紘 石</dc:creator>
  <cp:lastModifiedBy>宥紘 石</cp:lastModifiedBy>
  <cp:revision>9</cp:revision>
  <dcterms:created xsi:type="dcterms:W3CDTF">2025-12-24T17:07:20Z</dcterms:created>
  <dcterms:modified xsi:type="dcterms:W3CDTF">2025-12-25T15:34:00Z</dcterms:modified>
</cp:coreProperties>
</file>